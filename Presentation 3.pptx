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12CC82-A579-9F5F-7B01-B7A2484D067B}" v="335" dt="2026-06-14T23:42:13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rown Castle on Top of Mountain. Wallpaper in 1920x1080 Resolution">
            <a:extLst>
              <a:ext uri="{FF2B5EF4-FFF2-40B4-BE49-F238E27FC236}">
                <a16:creationId xmlns:a16="http://schemas.microsoft.com/office/drawing/2014/main" id="{8F745856-7B24-2997-3C4A-0D696D8C3F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cs-CZ" sz="6600" b="1" i="1">
                <a:solidFill>
                  <a:srgbClr val="FFFFFF"/>
                </a:solidFill>
                <a:latin typeface="Rage Italic"/>
              </a:rPr>
              <a:t>Dragon Tower Escape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3600" i="1">
                <a:solidFill>
                  <a:srgbClr val="FFFFFF"/>
                </a:solidFill>
                <a:latin typeface="Rage Italic"/>
              </a:rPr>
              <a:t>Jan Bezucha</a:t>
            </a:r>
            <a:endParaRPr lang="cs-CZ" sz="3600" i="1" dirty="0">
              <a:solidFill>
                <a:srgbClr val="FFFFFF"/>
              </a:solidFill>
              <a:latin typeface="Rage Italic"/>
            </a:endParaRP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8FC3-733B-4228-C49A-138052673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volini"/>
                <a:cs typeface="Cavolini"/>
              </a:rPr>
              <a:t>Jak </a:t>
            </a:r>
            <a:r>
              <a:rPr lang="en-US" dirty="0" err="1">
                <a:latin typeface="Cavolini"/>
                <a:cs typeface="Cavolini"/>
              </a:rPr>
              <a:t>Hra</a:t>
            </a:r>
            <a:r>
              <a:rPr lang="en-US" dirty="0">
                <a:latin typeface="Cavolini"/>
                <a:cs typeface="Cavolini"/>
              </a:rPr>
              <a:t> </a:t>
            </a:r>
            <a:r>
              <a:rPr lang="en-US" dirty="0" err="1">
                <a:latin typeface="Cavolini"/>
                <a:cs typeface="Cavolini"/>
              </a:rPr>
              <a:t>Funguje</a:t>
            </a:r>
            <a:endParaRPr lang="en-US" dirty="0">
              <a:latin typeface="Cavolini"/>
              <a:cs typeface="Cavolin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6A7CB-46C9-2ECC-D613-4DEEF1587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latin typeface="Cavolini"/>
                <a:ea typeface="+mn-lt"/>
                <a:cs typeface="Cavolini"/>
              </a:rPr>
              <a:t>Stavové</a:t>
            </a:r>
            <a:r>
              <a:rPr lang="en-US" b="1" dirty="0">
                <a:latin typeface="Cavolini"/>
                <a:ea typeface="+mn-lt"/>
                <a:cs typeface="Cavolini"/>
              </a:rPr>
              <a:t> </a:t>
            </a:r>
            <a:r>
              <a:rPr lang="en-US" b="1" dirty="0" err="1">
                <a:latin typeface="Cavolini"/>
                <a:ea typeface="+mn-lt"/>
                <a:cs typeface="Cavolini"/>
              </a:rPr>
              <a:t>proměnné</a:t>
            </a:r>
            <a:r>
              <a:rPr lang="en-US" b="1" dirty="0">
                <a:latin typeface="Cavolini"/>
                <a:ea typeface="+mn-lt"/>
                <a:cs typeface="Cavolini"/>
              </a:rPr>
              <a:t> (Booleans):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Hra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si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pamatuje</a:t>
            </a:r>
            <a:r>
              <a:rPr lang="en-US" dirty="0">
                <a:latin typeface="Cavolini"/>
                <a:ea typeface="+mn-lt"/>
                <a:cs typeface="Cavolini"/>
              </a:rPr>
              <a:t>, co </a:t>
            </a:r>
            <a:r>
              <a:rPr lang="en-US" dirty="0" err="1">
                <a:latin typeface="Cavolini"/>
                <a:ea typeface="+mn-lt"/>
                <a:cs typeface="Cavolini"/>
              </a:rPr>
              <a:t>hráč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udělal</a:t>
            </a:r>
            <a:r>
              <a:rPr lang="en-US" dirty="0">
                <a:latin typeface="Cavolini"/>
                <a:ea typeface="+mn-lt"/>
                <a:cs typeface="Cavolini"/>
              </a:rPr>
              <a:t> (</a:t>
            </a:r>
            <a:r>
              <a:rPr lang="en-US" dirty="0" err="1">
                <a:latin typeface="Cavolini"/>
                <a:ea typeface="+mn-lt"/>
                <a:cs typeface="Cavolini"/>
              </a:rPr>
              <a:t>např</a:t>
            </a:r>
            <a:r>
              <a:rPr lang="en-US" dirty="0">
                <a:latin typeface="Cavolini"/>
                <a:ea typeface="+mn-lt"/>
                <a:cs typeface="Cavolini"/>
              </a:rPr>
              <a:t>. </a:t>
            </a:r>
            <a:r>
              <a:rPr lang="en-US" dirty="0" err="1">
                <a:latin typeface="Cavolini"/>
                <a:cs typeface="Cavolini"/>
              </a:rPr>
              <a:t>hasKey</a:t>
            </a:r>
            <a:r>
              <a:rPr lang="en-US" dirty="0">
                <a:latin typeface="Cavolini"/>
                <a:cs typeface="Cavolini"/>
              </a:rPr>
              <a:t> = true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znamená</a:t>
            </a:r>
            <a:r>
              <a:rPr lang="en-US" dirty="0">
                <a:latin typeface="Cavolini"/>
                <a:ea typeface="+mn-lt"/>
                <a:cs typeface="Cavolini"/>
              </a:rPr>
              <a:t>, </a:t>
            </a:r>
            <a:r>
              <a:rPr lang="en-US" dirty="0" err="1">
                <a:latin typeface="Cavolini"/>
                <a:ea typeface="+mn-lt"/>
                <a:cs typeface="Cavolini"/>
              </a:rPr>
              <a:t>že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klíč</a:t>
            </a:r>
            <a:r>
              <a:rPr lang="en-US" dirty="0">
                <a:latin typeface="Cavolini"/>
                <a:ea typeface="+mn-lt"/>
                <a:cs typeface="Cavolini"/>
              </a:rPr>
              <a:t> je v </a:t>
            </a:r>
            <a:r>
              <a:rPr lang="en-US" dirty="0" err="1">
                <a:latin typeface="Cavolini"/>
                <a:ea typeface="+mn-lt"/>
                <a:cs typeface="Cavolini"/>
              </a:rPr>
              <a:t>inventáři</a:t>
            </a:r>
            <a:r>
              <a:rPr lang="en-US" dirty="0">
                <a:latin typeface="Cavolini"/>
                <a:ea typeface="+mn-lt"/>
                <a:cs typeface="Cavolini"/>
              </a:rPr>
              <a:t>).</a:t>
            </a:r>
            <a:endParaRPr lang="en-US">
              <a:latin typeface="Cavolini"/>
              <a:cs typeface="Cavolini"/>
            </a:endParaRPr>
          </a:p>
          <a:p>
            <a:r>
              <a:rPr lang="en-US" b="1" dirty="0" err="1">
                <a:latin typeface="Cavolini"/>
                <a:ea typeface="+mn-lt"/>
                <a:cs typeface="Cavolini"/>
              </a:rPr>
              <a:t>Podmínky</a:t>
            </a:r>
            <a:r>
              <a:rPr lang="en-US" b="1" dirty="0">
                <a:latin typeface="Cavolini"/>
                <a:ea typeface="+mn-lt"/>
                <a:cs typeface="Cavolini"/>
              </a:rPr>
              <a:t> (</a:t>
            </a:r>
            <a:r>
              <a:rPr lang="en-US" b="1" dirty="0">
                <a:latin typeface="Cavolini"/>
                <a:cs typeface="Cavolini"/>
              </a:rPr>
              <a:t>if/else</a:t>
            </a:r>
            <a:r>
              <a:rPr lang="en-US" b="1" dirty="0">
                <a:latin typeface="Cavolini"/>
                <a:ea typeface="+mn-lt"/>
                <a:cs typeface="Cavolini"/>
              </a:rPr>
              <a:t>):</a:t>
            </a:r>
            <a:r>
              <a:rPr lang="en-US" dirty="0">
                <a:latin typeface="Cavolini"/>
                <a:ea typeface="+mn-lt"/>
                <a:cs typeface="Cavolini"/>
              </a:rPr>
              <a:t> JavaScript </a:t>
            </a:r>
            <a:r>
              <a:rPr lang="en-US" dirty="0" err="1">
                <a:latin typeface="Cavolini"/>
                <a:ea typeface="+mn-lt"/>
                <a:cs typeface="Cavolini"/>
              </a:rPr>
              <a:t>rozhoduje</a:t>
            </a:r>
            <a:r>
              <a:rPr lang="en-US" dirty="0">
                <a:latin typeface="Cavolini"/>
                <a:ea typeface="+mn-lt"/>
                <a:cs typeface="Cavolini"/>
              </a:rPr>
              <a:t> o </a:t>
            </a:r>
            <a:r>
              <a:rPr lang="en-US" dirty="0" err="1">
                <a:latin typeface="Cavolini"/>
                <a:ea typeface="+mn-lt"/>
                <a:cs typeface="Cavolini"/>
              </a:rPr>
              <a:t>dalším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postupu</a:t>
            </a:r>
            <a:r>
              <a:rPr lang="en-US" dirty="0">
                <a:latin typeface="Cavolini"/>
                <a:ea typeface="+mn-lt"/>
                <a:cs typeface="Cavolini"/>
              </a:rPr>
              <a:t> (</a:t>
            </a:r>
            <a:r>
              <a:rPr lang="en-US" dirty="0" err="1">
                <a:latin typeface="Cavolini"/>
                <a:ea typeface="+mn-lt"/>
                <a:cs typeface="Cavolini"/>
              </a:rPr>
              <a:t>např</a:t>
            </a:r>
            <a:r>
              <a:rPr lang="en-US" dirty="0">
                <a:latin typeface="Cavolini"/>
                <a:ea typeface="+mn-lt"/>
                <a:cs typeface="Cavolini"/>
              </a:rPr>
              <a:t>. </a:t>
            </a:r>
            <a:r>
              <a:rPr lang="en-US" i="1" dirty="0" err="1">
                <a:latin typeface="Cavolini"/>
                <a:ea typeface="+mn-lt"/>
                <a:cs typeface="Cavolini"/>
              </a:rPr>
              <a:t>Máš</a:t>
            </a:r>
            <a:r>
              <a:rPr lang="en-US" i="1" dirty="0">
                <a:latin typeface="Cavolini"/>
                <a:ea typeface="+mn-lt"/>
                <a:cs typeface="Cavolini"/>
              </a:rPr>
              <a:t> </a:t>
            </a:r>
            <a:r>
              <a:rPr lang="en-US" i="1" dirty="0" err="1">
                <a:latin typeface="Cavolini"/>
                <a:ea typeface="+mn-lt"/>
                <a:cs typeface="Cavolini"/>
              </a:rPr>
              <a:t>krysu</a:t>
            </a:r>
            <a:r>
              <a:rPr lang="en-US" i="1" dirty="0">
                <a:latin typeface="Cavolini"/>
                <a:ea typeface="+mn-lt"/>
                <a:cs typeface="Cavolini"/>
              </a:rPr>
              <a:t>? Ano -&gt; </a:t>
            </a:r>
            <a:r>
              <a:rPr lang="en-US" i="1" dirty="0" err="1">
                <a:latin typeface="Cavolini"/>
                <a:ea typeface="+mn-lt"/>
                <a:cs typeface="Cavolini"/>
              </a:rPr>
              <a:t>Pavouk</a:t>
            </a:r>
            <a:r>
              <a:rPr lang="en-US" i="1" dirty="0">
                <a:latin typeface="Cavolini"/>
                <a:ea typeface="+mn-lt"/>
                <a:cs typeface="Cavolini"/>
              </a:rPr>
              <a:t> </a:t>
            </a:r>
            <a:r>
              <a:rPr lang="en-US" i="1" dirty="0" err="1">
                <a:latin typeface="Cavolini"/>
                <a:ea typeface="+mn-lt"/>
                <a:cs typeface="Cavolini"/>
              </a:rPr>
              <a:t>uteče</a:t>
            </a:r>
            <a:r>
              <a:rPr lang="en-US" i="1" dirty="0">
                <a:latin typeface="Cavolini"/>
                <a:ea typeface="+mn-lt"/>
                <a:cs typeface="Cavolini"/>
              </a:rPr>
              <a:t>. Ne -&gt; Cesta je </a:t>
            </a:r>
            <a:r>
              <a:rPr lang="en-US" i="1" dirty="0" err="1">
                <a:latin typeface="Cavolini"/>
                <a:ea typeface="+mn-lt"/>
                <a:cs typeface="Cavolini"/>
              </a:rPr>
              <a:t>zablokovaná</a:t>
            </a:r>
            <a:r>
              <a:rPr lang="en-US" dirty="0">
                <a:latin typeface="Cavolini"/>
                <a:ea typeface="+mn-lt"/>
                <a:cs typeface="Cavolini"/>
              </a:rPr>
              <a:t>).</a:t>
            </a:r>
            <a:endParaRPr lang="en-US">
              <a:latin typeface="Cavolini"/>
              <a:cs typeface="Cavolini"/>
            </a:endParaRPr>
          </a:p>
          <a:p>
            <a:r>
              <a:rPr lang="en-US" b="1" dirty="0">
                <a:latin typeface="Cavolini"/>
                <a:ea typeface="+mn-lt"/>
                <a:cs typeface="Cavolini"/>
              </a:rPr>
              <a:t>Hlídači </a:t>
            </a:r>
            <a:r>
              <a:rPr lang="en-US" b="1" dirty="0" err="1">
                <a:latin typeface="Cavolini"/>
                <a:ea typeface="+mn-lt"/>
                <a:cs typeface="Cavolini"/>
              </a:rPr>
              <a:t>událostí</a:t>
            </a:r>
            <a:r>
              <a:rPr lang="en-US" b="1" dirty="0">
                <a:latin typeface="Cavolini"/>
                <a:ea typeface="+mn-lt"/>
                <a:cs typeface="Cavolini"/>
              </a:rPr>
              <a:t> (</a:t>
            </a:r>
            <a:r>
              <a:rPr lang="en-US" b="1" dirty="0" err="1">
                <a:latin typeface="Cavolini"/>
                <a:cs typeface="Cavolini"/>
              </a:rPr>
              <a:t>EventListeners</a:t>
            </a:r>
            <a:r>
              <a:rPr lang="en-US" b="1" dirty="0">
                <a:latin typeface="Cavolini"/>
                <a:ea typeface="+mn-lt"/>
                <a:cs typeface="Cavolini"/>
              </a:rPr>
              <a:t>):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Kód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neustále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čeká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na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kliknutí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hráče</a:t>
            </a:r>
            <a:r>
              <a:rPr lang="en-US" dirty="0">
                <a:latin typeface="Cavolini"/>
                <a:ea typeface="+mn-lt"/>
                <a:cs typeface="Cavolini"/>
              </a:rPr>
              <a:t> do </a:t>
            </a:r>
            <a:r>
              <a:rPr lang="en-US" dirty="0" err="1">
                <a:latin typeface="Cavolini"/>
                <a:ea typeface="+mn-lt"/>
                <a:cs typeface="Cavolini"/>
              </a:rPr>
              <a:t>aktivních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zón</a:t>
            </a:r>
            <a:r>
              <a:rPr lang="en-US" dirty="0">
                <a:latin typeface="Cavolini"/>
                <a:ea typeface="+mn-lt"/>
                <a:cs typeface="Cavolini"/>
              </a:rPr>
              <a:t>.</a:t>
            </a:r>
            <a:endParaRPr lang="en-US">
              <a:latin typeface="Cavolini"/>
              <a:cs typeface="Cavolini"/>
            </a:endParaRPr>
          </a:p>
          <a:p>
            <a:endParaRPr lang="en-US" dirty="0">
              <a:latin typeface="Cavolini"/>
              <a:cs typeface="Cavolini"/>
            </a:endParaRPr>
          </a:p>
        </p:txBody>
      </p:sp>
    </p:spTree>
    <p:extLst>
      <p:ext uri="{BB962C8B-B14F-4D97-AF65-F5344CB8AC3E}">
        <p14:creationId xmlns:p14="http://schemas.microsoft.com/office/powerpoint/2010/main" val="103184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1E752-13D8-CCC6-55F4-02B056C8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volini"/>
                <a:ea typeface="+mj-lt"/>
                <a:cs typeface="Cavolini"/>
              </a:rPr>
              <a:t>Struktura</a:t>
            </a:r>
            <a:r>
              <a:rPr lang="en-US" dirty="0">
                <a:latin typeface="Cavolini"/>
                <a:ea typeface="+mj-lt"/>
                <a:cs typeface="Cavolini"/>
              </a:rPr>
              <a:t> a </a:t>
            </a:r>
            <a:r>
              <a:rPr lang="en-US" dirty="0" err="1">
                <a:latin typeface="Cavolini"/>
                <a:ea typeface="+mj-lt"/>
                <a:cs typeface="Cavolini"/>
              </a:rPr>
              <a:t>Vzhled</a:t>
            </a:r>
            <a:endParaRPr lang="en-US">
              <a:latin typeface="Cavolini"/>
              <a:cs typeface="Cavolin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772BE-8717-AF37-D5F3-FBC3AB0DC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volini"/>
                <a:ea typeface="+mn-lt"/>
                <a:cs typeface="Cavolini"/>
              </a:rPr>
              <a:t>HTML </a:t>
            </a:r>
            <a:r>
              <a:rPr lang="en-US" b="1" dirty="0" err="1">
                <a:latin typeface="Cavolini"/>
                <a:ea typeface="+mn-lt"/>
                <a:cs typeface="Cavolini"/>
              </a:rPr>
              <a:t>jako</a:t>
            </a:r>
            <a:r>
              <a:rPr lang="en-US" b="1" dirty="0">
                <a:latin typeface="Cavolini"/>
                <a:ea typeface="+mn-lt"/>
                <a:cs typeface="Cavolini"/>
              </a:rPr>
              <a:t> </a:t>
            </a:r>
            <a:r>
              <a:rPr lang="en-US" b="1" dirty="0" err="1">
                <a:latin typeface="Cavolini"/>
                <a:ea typeface="+mn-lt"/>
                <a:cs typeface="Cavolini"/>
              </a:rPr>
              <a:t>kostra</a:t>
            </a:r>
            <a:r>
              <a:rPr lang="en-US" b="1" dirty="0">
                <a:latin typeface="Cavolini"/>
                <a:ea typeface="+mn-lt"/>
                <a:cs typeface="Cavolini"/>
              </a:rPr>
              <a:t>: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Všechny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místnosti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jsou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vytvořené</a:t>
            </a:r>
            <a:r>
              <a:rPr lang="en-US" dirty="0">
                <a:latin typeface="Cavolini"/>
                <a:ea typeface="+mn-lt"/>
                <a:cs typeface="Cavolini"/>
              </a:rPr>
              <a:t> pod </a:t>
            </a:r>
            <a:r>
              <a:rPr lang="en-US" dirty="0" err="1">
                <a:latin typeface="Cavolini"/>
                <a:ea typeface="+mn-lt"/>
                <a:cs typeface="Cavolini"/>
              </a:rPr>
              <a:t>sebou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naráz</a:t>
            </a:r>
            <a:r>
              <a:rPr lang="en-US" dirty="0">
                <a:latin typeface="Cavolini"/>
                <a:ea typeface="+mn-lt"/>
                <a:cs typeface="Cavolini"/>
              </a:rPr>
              <a:t>, ale </a:t>
            </a:r>
            <a:r>
              <a:rPr lang="en-US" dirty="0" err="1">
                <a:latin typeface="Cavolini"/>
                <a:ea typeface="+mn-lt"/>
                <a:cs typeface="Cavolini"/>
              </a:rPr>
              <a:t>jsou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skryté</a:t>
            </a:r>
            <a:r>
              <a:rPr lang="en-US" dirty="0">
                <a:latin typeface="Cavolini"/>
                <a:ea typeface="+mn-lt"/>
                <a:cs typeface="Cavolini"/>
              </a:rPr>
              <a:t>.</a:t>
            </a:r>
            <a:endParaRPr lang="en-US">
              <a:latin typeface="Cavolini"/>
              <a:cs typeface="Cavolini"/>
            </a:endParaRPr>
          </a:p>
          <a:p>
            <a:r>
              <a:rPr lang="en-US" b="1" dirty="0">
                <a:latin typeface="Cavolini"/>
                <a:ea typeface="+mn-lt"/>
                <a:cs typeface="Cavolini"/>
              </a:rPr>
              <a:t>CSS </a:t>
            </a:r>
            <a:r>
              <a:rPr lang="en-US" b="1" dirty="0" err="1">
                <a:latin typeface="Cavolini"/>
                <a:ea typeface="+mn-lt"/>
                <a:cs typeface="Cavolini"/>
              </a:rPr>
              <a:t>jako</a:t>
            </a:r>
            <a:r>
              <a:rPr lang="en-US" b="1" dirty="0">
                <a:latin typeface="Cavolini"/>
                <a:ea typeface="+mn-lt"/>
                <a:cs typeface="Cavolini"/>
              </a:rPr>
              <a:t> </a:t>
            </a:r>
            <a:r>
              <a:rPr lang="en-US" b="1" dirty="0" err="1">
                <a:latin typeface="Cavolini"/>
                <a:ea typeface="+mn-lt"/>
                <a:cs typeface="Cavolini"/>
              </a:rPr>
              <a:t>iluze</a:t>
            </a:r>
            <a:r>
              <a:rPr lang="en-US" b="1" dirty="0">
                <a:latin typeface="Cavolini"/>
                <a:ea typeface="+mn-lt"/>
                <a:cs typeface="Cavolini"/>
              </a:rPr>
              <a:t> </a:t>
            </a:r>
            <a:r>
              <a:rPr lang="en-US" b="1" dirty="0" err="1">
                <a:latin typeface="Cavolini"/>
                <a:ea typeface="+mn-lt"/>
                <a:cs typeface="Cavolini"/>
              </a:rPr>
              <a:t>pohybu</a:t>
            </a:r>
            <a:r>
              <a:rPr lang="en-US" b="1" dirty="0">
                <a:latin typeface="Cavolini"/>
                <a:ea typeface="+mn-lt"/>
                <a:cs typeface="Cavolini"/>
              </a:rPr>
              <a:t>: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Funkce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cs typeface="Cavolini"/>
              </a:rPr>
              <a:t>goTo</a:t>
            </a:r>
            <a:r>
              <a:rPr lang="en-US" dirty="0">
                <a:latin typeface="Cavolini"/>
                <a:cs typeface="Cavolini"/>
              </a:rPr>
              <a:t>()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bleskově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přepíná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třídu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>
                <a:latin typeface="Cavolini"/>
                <a:cs typeface="Cavolini"/>
              </a:rPr>
              <a:t>.hidden</a:t>
            </a:r>
            <a:r>
              <a:rPr lang="en-US" dirty="0">
                <a:latin typeface="Cavolini"/>
                <a:ea typeface="+mn-lt"/>
                <a:cs typeface="Cavolini"/>
              </a:rPr>
              <a:t>. </a:t>
            </a:r>
            <a:r>
              <a:rPr lang="en-US" dirty="0" err="1">
                <a:latin typeface="Cavolini"/>
                <a:ea typeface="+mn-lt"/>
                <a:cs typeface="Cavolini"/>
              </a:rPr>
              <a:t>Prohlížeč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starou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místnost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schová</a:t>
            </a:r>
            <a:r>
              <a:rPr lang="en-US" dirty="0">
                <a:latin typeface="Cavolini"/>
                <a:ea typeface="+mn-lt"/>
                <a:cs typeface="Cavolini"/>
              </a:rPr>
              <a:t> a </a:t>
            </a:r>
            <a:r>
              <a:rPr lang="en-US" dirty="0" err="1">
                <a:latin typeface="Cavolini"/>
                <a:ea typeface="+mn-lt"/>
                <a:cs typeface="Cavolini"/>
              </a:rPr>
              <a:t>novou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ukáže</a:t>
            </a:r>
            <a:r>
              <a:rPr lang="en-US" dirty="0">
                <a:latin typeface="Cavolini"/>
                <a:ea typeface="+mn-lt"/>
                <a:cs typeface="Cavolini"/>
              </a:rPr>
              <a:t> s </a:t>
            </a:r>
            <a:r>
              <a:rPr lang="en-US" dirty="0" err="1">
                <a:latin typeface="Cavolini"/>
                <a:ea typeface="+mn-lt"/>
                <a:cs typeface="Cavolini"/>
              </a:rPr>
              <a:t>plynulým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efektem</a:t>
            </a:r>
            <a:r>
              <a:rPr lang="en-US" dirty="0">
                <a:latin typeface="Cavolini"/>
                <a:ea typeface="+mn-lt"/>
                <a:cs typeface="Cavolini"/>
              </a:rPr>
              <a:t>.</a:t>
            </a:r>
            <a:endParaRPr lang="en-US">
              <a:latin typeface="Cavolini"/>
              <a:cs typeface="Cavolini"/>
            </a:endParaRPr>
          </a:p>
          <a:p>
            <a:r>
              <a:rPr lang="en-US" b="1" dirty="0" err="1">
                <a:latin typeface="Cavolini"/>
                <a:ea typeface="+mn-lt"/>
                <a:cs typeface="Cavolini"/>
              </a:rPr>
              <a:t>Responzivní</a:t>
            </a:r>
            <a:r>
              <a:rPr lang="en-US" b="1" dirty="0">
                <a:latin typeface="Cavolini"/>
                <a:ea typeface="+mn-lt"/>
                <a:cs typeface="Cavolini"/>
              </a:rPr>
              <a:t> design: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Použití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procent</a:t>
            </a:r>
            <a:r>
              <a:rPr lang="en-US" dirty="0">
                <a:latin typeface="Cavolini"/>
                <a:ea typeface="+mn-lt"/>
                <a:cs typeface="Cavolini"/>
              </a:rPr>
              <a:t> pro </a:t>
            </a:r>
            <a:r>
              <a:rPr lang="en-US" dirty="0" err="1">
                <a:latin typeface="Cavolini"/>
                <a:ea typeface="+mn-lt"/>
                <a:cs typeface="Cavolini"/>
              </a:rPr>
              <a:t>klikací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zóny</a:t>
            </a:r>
            <a:r>
              <a:rPr lang="en-US" dirty="0">
                <a:latin typeface="Cavolini"/>
                <a:ea typeface="+mn-lt"/>
                <a:cs typeface="Cavolini"/>
              </a:rPr>
              <a:t> a </a:t>
            </a:r>
            <a:r>
              <a:rPr lang="en-US" dirty="0" err="1">
                <a:latin typeface="Cavolini"/>
                <a:ea typeface="+mn-lt"/>
                <a:cs typeface="Cavolini"/>
              </a:rPr>
              <a:t>funkce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>
                <a:latin typeface="Cavolini"/>
                <a:cs typeface="Cavolini"/>
              </a:rPr>
              <a:t>clamp()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zajišťuje</a:t>
            </a:r>
            <a:r>
              <a:rPr lang="en-US" dirty="0">
                <a:latin typeface="Cavolini"/>
                <a:ea typeface="+mn-lt"/>
                <a:cs typeface="Cavolini"/>
              </a:rPr>
              <a:t>, </a:t>
            </a:r>
            <a:r>
              <a:rPr lang="en-US" dirty="0" err="1">
                <a:latin typeface="Cavolini"/>
                <a:ea typeface="+mn-lt"/>
                <a:cs typeface="Cavolini"/>
              </a:rPr>
              <a:t>že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hra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funguje</a:t>
            </a:r>
            <a:r>
              <a:rPr lang="en-US" dirty="0">
                <a:latin typeface="Cavolini"/>
                <a:ea typeface="+mn-lt"/>
                <a:cs typeface="Cavolini"/>
              </a:rPr>
              <a:t> jak </a:t>
            </a:r>
            <a:r>
              <a:rPr lang="en-US" dirty="0" err="1">
                <a:latin typeface="Cavolini"/>
                <a:ea typeface="+mn-lt"/>
                <a:cs typeface="Cavolini"/>
              </a:rPr>
              <a:t>na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počítači</a:t>
            </a:r>
            <a:r>
              <a:rPr lang="en-US" dirty="0">
                <a:latin typeface="Cavolini"/>
                <a:ea typeface="+mn-lt"/>
                <a:cs typeface="Cavolini"/>
              </a:rPr>
              <a:t>, so </a:t>
            </a:r>
            <a:r>
              <a:rPr lang="en-US" dirty="0" err="1">
                <a:latin typeface="Cavolini"/>
                <a:ea typeface="+mn-lt"/>
                <a:cs typeface="Cavolini"/>
              </a:rPr>
              <a:t>na</a:t>
            </a:r>
            <a:r>
              <a:rPr lang="en-US" dirty="0">
                <a:latin typeface="Cavolini"/>
                <a:ea typeface="+mn-lt"/>
                <a:cs typeface="Cavolini"/>
              </a:rPr>
              <a:t> </a:t>
            </a:r>
            <a:r>
              <a:rPr lang="en-US" dirty="0" err="1">
                <a:latin typeface="Cavolini"/>
                <a:ea typeface="+mn-lt"/>
                <a:cs typeface="Cavolini"/>
              </a:rPr>
              <a:t>mobilu</a:t>
            </a:r>
            <a:r>
              <a:rPr lang="en-US" dirty="0">
                <a:latin typeface="Cavolini"/>
                <a:ea typeface="+mn-lt"/>
                <a:cs typeface="Cavolini"/>
              </a:rPr>
              <a:t>.</a:t>
            </a:r>
            <a:endParaRPr lang="en-US">
              <a:latin typeface="Cavolini"/>
              <a:cs typeface="Cavolini"/>
            </a:endParaRPr>
          </a:p>
          <a:p>
            <a:endParaRPr lang="en-US" dirty="0">
              <a:latin typeface="Cavolini"/>
              <a:cs typeface="Cavolini"/>
            </a:endParaRPr>
          </a:p>
        </p:txBody>
      </p:sp>
    </p:spTree>
    <p:extLst>
      <p:ext uri="{BB962C8B-B14F-4D97-AF65-F5344CB8AC3E}">
        <p14:creationId xmlns:p14="http://schemas.microsoft.com/office/powerpoint/2010/main" val="4011748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6DC5A8-145F-F066-84FA-8F396D2D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5002415" cy="1956841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Cavolini"/>
                <a:cs typeface="Cavolini"/>
              </a:rPr>
              <a:t>Co </a:t>
            </a:r>
            <a:r>
              <a:rPr lang="en-US" dirty="0" err="1">
                <a:latin typeface="Cavolini"/>
                <a:cs typeface="Cavolini"/>
              </a:rPr>
              <a:t>Bych</a:t>
            </a:r>
            <a:r>
              <a:rPr lang="en-US" dirty="0">
                <a:latin typeface="Cavolini"/>
                <a:cs typeface="Cavolini"/>
              </a:rPr>
              <a:t> </a:t>
            </a:r>
            <a:r>
              <a:rPr lang="en-US" dirty="0" err="1">
                <a:latin typeface="Cavolini"/>
                <a:cs typeface="Cavolini"/>
              </a:rPr>
              <a:t>Dělal</a:t>
            </a:r>
            <a:r>
              <a:rPr lang="en-US" dirty="0">
                <a:latin typeface="Cavolini"/>
                <a:cs typeface="Cavolini"/>
              </a:rPr>
              <a:t> se </a:t>
            </a:r>
            <a:r>
              <a:rPr lang="en-US" dirty="0" err="1">
                <a:latin typeface="Cavolini"/>
                <a:cs typeface="Cavolini"/>
              </a:rPr>
              <a:t>víc</a:t>
            </a:r>
            <a:r>
              <a:rPr lang="en-US" dirty="0">
                <a:latin typeface="Cavolini"/>
                <a:cs typeface="Cavolini"/>
              </a:rPr>
              <a:t> </a:t>
            </a:r>
            <a:r>
              <a:rPr lang="en-US" dirty="0" err="1">
                <a:latin typeface="Cavolini"/>
                <a:cs typeface="Cavolini"/>
              </a:rPr>
              <a:t>časem</a:t>
            </a:r>
            <a:endParaRPr lang="en-US">
              <a:latin typeface="Cavolini"/>
              <a:cs typeface="Cavolini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D0A2F-8FB9-F814-0010-E45C6A90B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 err="1">
                <a:latin typeface="Cavolini"/>
                <a:cs typeface="Cavolini"/>
              </a:rPr>
              <a:t>Přidal</a:t>
            </a:r>
            <a:r>
              <a:rPr lang="en-US" sz="2200" dirty="0">
                <a:latin typeface="Cavolini"/>
                <a:cs typeface="Cavolini"/>
              </a:rPr>
              <a:t> </a:t>
            </a:r>
            <a:r>
              <a:rPr lang="en-US" sz="2200" dirty="0" err="1">
                <a:latin typeface="Cavolini"/>
                <a:cs typeface="Cavolini"/>
              </a:rPr>
              <a:t>různé</a:t>
            </a:r>
            <a:r>
              <a:rPr lang="en-US" sz="2200" dirty="0">
                <a:latin typeface="Cavolini"/>
                <a:cs typeface="Cavolini"/>
              </a:rPr>
              <a:t> </a:t>
            </a:r>
            <a:r>
              <a:rPr lang="en-US" sz="2200" dirty="0" err="1">
                <a:latin typeface="Cavolini"/>
                <a:cs typeface="Cavolini"/>
              </a:rPr>
              <a:t>konce</a:t>
            </a:r>
          </a:p>
          <a:p>
            <a:r>
              <a:rPr lang="en-US" sz="2200" dirty="0" err="1">
                <a:latin typeface="Cavolini"/>
                <a:cs typeface="Cavolini"/>
              </a:rPr>
              <a:t>Přidal</a:t>
            </a:r>
            <a:r>
              <a:rPr lang="en-US" sz="2200" dirty="0">
                <a:latin typeface="Cavolini"/>
                <a:cs typeface="Cavolini"/>
              </a:rPr>
              <a:t> vice </a:t>
            </a:r>
            <a:r>
              <a:rPr lang="en-US" sz="2200" dirty="0" err="1">
                <a:latin typeface="Cavolini"/>
                <a:cs typeface="Cavolini"/>
              </a:rPr>
              <a:t>místnostní</a:t>
            </a:r>
          </a:p>
          <a:p>
            <a:r>
              <a:rPr lang="en-US" sz="2200" dirty="0" err="1">
                <a:latin typeface="Cavolini"/>
                <a:cs typeface="Cavolini"/>
              </a:rPr>
              <a:t>Přidal</a:t>
            </a:r>
            <a:r>
              <a:rPr lang="en-US" sz="2200" dirty="0">
                <a:latin typeface="Cavolini"/>
                <a:cs typeface="Cavolini"/>
              </a:rPr>
              <a:t> </a:t>
            </a:r>
            <a:r>
              <a:rPr lang="en-US" sz="2200" dirty="0" err="1">
                <a:latin typeface="Cavolini"/>
                <a:cs typeface="Cavolini"/>
              </a:rPr>
              <a:t>na</a:t>
            </a:r>
            <a:r>
              <a:rPr lang="en-US" sz="2200" dirty="0">
                <a:latin typeface="Cavolini"/>
                <a:cs typeface="Cavolini"/>
              </a:rPr>
              <a:t> </a:t>
            </a:r>
            <a:r>
              <a:rPr lang="en-US" sz="2200" dirty="0" err="1">
                <a:latin typeface="Cavolini"/>
                <a:cs typeface="Cavolini"/>
              </a:rPr>
              <a:t>konec</a:t>
            </a:r>
            <a:r>
              <a:rPr lang="en-US" sz="2200" dirty="0">
                <a:latin typeface="Cavolini"/>
                <a:cs typeface="Cavolini"/>
              </a:rPr>
              <a:t> </a:t>
            </a:r>
            <a:r>
              <a:rPr lang="en-US" sz="2200" dirty="0" err="1">
                <a:latin typeface="Cavolini"/>
                <a:cs typeface="Cavolini"/>
              </a:rPr>
              <a:t>část</a:t>
            </a:r>
            <a:r>
              <a:rPr lang="en-US" sz="2200" dirty="0">
                <a:latin typeface="Cavolini"/>
                <a:cs typeface="Cavolini"/>
              </a:rPr>
              <a:t> se </a:t>
            </a:r>
            <a:r>
              <a:rPr lang="en-US" sz="2200" dirty="0" err="1">
                <a:latin typeface="Cavolini"/>
                <a:cs typeface="Cavolini"/>
              </a:rPr>
              <a:t>hrou</a:t>
            </a:r>
            <a:r>
              <a:rPr lang="en-US" sz="2200" dirty="0">
                <a:latin typeface="Cavolini"/>
                <a:cs typeface="Cavolini"/>
              </a:rPr>
              <a:t> </a:t>
            </a:r>
            <a:r>
              <a:rPr lang="en-US" sz="2200" dirty="0" err="1">
                <a:latin typeface="Cavolini"/>
                <a:cs typeface="Cavolini"/>
              </a:rPr>
              <a:t>jako</a:t>
            </a:r>
            <a:r>
              <a:rPr lang="en-US" sz="2200" dirty="0">
                <a:latin typeface="Cavolini"/>
                <a:cs typeface="Cavolini"/>
              </a:rPr>
              <a:t> Geometry Dash Tower</a:t>
            </a:r>
          </a:p>
          <a:p>
            <a:endParaRPr lang="en-US" sz="2200" dirty="0">
              <a:latin typeface="Cavolini"/>
              <a:cs typeface="Cavolini"/>
            </a:endParaRPr>
          </a:p>
        </p:txBody>
      </p:sp>
      <p:pic>
        <p:nvPicPr>
          <p:cNvPr id="4" name="Picture 3" descr="I think I just hit a World Record… (The Tower in 54.62 seconds)">
            <a:extLst>
              <a:ext uri="{FF2B5EF4-FFF2-40B4-BE49-F238E27FC236}">
                <a16:creationId xmlns:a16="http://schemas.microsoft.com/office/drawing/2014/main" id="{7BA633B5-C46D-B38E-0C30-031694BE32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08" r="2900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5624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35AFD-A6F9-957A-4DF5-0185858BC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volini"/>
                <a:cs typeface="Cavolini"/>
              </a:rPr>
              <a:t>Nějaké</a:t>
            </a:r>
            <a:r>
              <a:rPr lang="en-US" dirty="0">
                <a:latin typeface="Cavolini"/>
                <a:cs typeface="Cavolini"/>
              </a:rPr>
              <a:t> </a:t>
            </a:r>
            <a:r>
              <a:rPr lang="en-US" dirty="0" err="1">
                <a:latin typeface="Cavolini"/>
                <a:cs typeface="Cavolini"/>
              </a:rPr>
              <a:t>Informace</a:t>
            </a:r>
            <a:endParaRPr lang="en-US" dirty="0">
              <a:latin typeface="Cavolini"/>
              <a:cs typeface="Cavolin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67F13-5DBC-2281-20C5-A0FD95E14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volini"/>
                <a:cs typeface="Cavolini"/>
              </a:rPr>
              <a:t>Kolik </a:t>
            </a:r>
            <a:r>
              <a:rPr lang="en-US" dirty="0" err="1">
                <a:latin typeface="Cavolini"/>
                <a:cs typeface="Cavolini"/>
              </a:rPr>
              <a:t>času</a:t>
            </a:r>
            <a:r>
              <a:rPr lang="en-US" dirty="0">
                <a:latin typeface="Cavolini"/>
                <a:cs typeface="Cavolini"/>
              </a:rPr>
              <a:t> </a:t>
            </a:r>
            <a:r>
              <a:rPr lang="en-US" dirty="0" err="1">
                <a:latin typeface="Cavolini"/>
                <a:cs typeface="Cavolini"/>
              </a:rPr>
              <a:t>hra</a:t>
            </a:r>
            <a:r>
              <a:rPr lang="en-US" dirty="0">
                <a:latin typeface="Cavolini"/>
                <a:cs typeface="Cavolini"/>
              </a:rPr>
              <a:t> </a:t>
            </a:r>
            <a:r>
              <a:rPr lang="en-US" dirty="0" err="1">
                <a:latin typeface="Cavolini"/>
                <a:cs typeface="Cavolini"/>
              </a:rPr>
              <a:t>zabrala</a:t>
            </a:r>
            <a:r>
              <a:rPr lang="en-US" dirty="0">
                <a:latin typeface="Cavolini"/>
                <a:cs typeface="Cavolini"/>
              </a:rPr>
              <a:t> (</a:t>
            </a:r>
            <a:r>
              <a:rPr lang="en-US" dirty="0" err="1">
                <a:latin typeface="Cavolini"/>
                <a:cs typeface="Cavolini"/>
              </a:rPr>
              <a:t>doma</a:t>
            </a:r>
            <a:r>
              <a:rPr lang="en-US" dirty="0">
                <a:latin typeface="Cavolini"/>
                <a:cs typeface="Cavolini"/>
              </a:rPr>
              <a:t> </a:t>
            </a:r>
            <a:r>
              <a:rPr lang="en-US" dirty="0" err="1">
                <a:latin typeface="Cavolini"/>
                <a:cs typeface="Cavolini"/>
              </a:rPr>
              <a:t>kolem</a:t>
            </a:r>
            <a:r>
              <a:rPr lang="en-US" dirty="0">
                <a:latin typeface="Cavolini"/>
                <a:cs typeface="Cavolini"/>
              </a:rPr>
              <a:t> 11 </a:t>
            </a:r>
            <a:r>
              <a:rPr lang="en-US" dirty="0" err="1">
                <a:latin typeface="Cavolini"/>
                <a:cs typeface="Cavolini"/>
              </a:rPr>
              <a:t>hodin</a:t>
            </a:r>
            <a:r>
              <a:rPr lang="en-US" dirty="0">
                <a:latin typeface="Cavolini"/>
                <a:cs typeface="Cavolini"/>
              </a:rPr>
              <a:t>)</a:t>
            </a:r>
          </a:p>
          <a:p>
            <a:r>
              <a:rPr lang="en-US" dirty="0" err="1">
                <a:latin typeface="Cavolini"/>
                <a:cs typeface="Cavolini"/>
              </a:rPr>
              <a:t>Většina</a:t>
            </a:r>
            <a:r>
              <a:rPr lang="en-US" dirty="0">
                <a:latin typeface="Cavolini"/>
                <a:cs typeface="Cavolini"/>
              </a:rPr>
              <a:t> </a:t>
            </a:r>
            <a:r>
              <a:rPr lang="en-US" dirty="0" err="1">
                <a:latin typeface="Cavolini"/>
                <a:cs typeface="Cavolini"/>
              </a:rPr>
              <a:t>byla</a:t>
            </a:r>
            <a:r>
              <a:rPr lang="en-US" dirty="0">
                <a:latin typeface="Cavolini"/>
                <a:cs typeface="Cavolini"/>
              </a:rPr>
              <a:t> </a:t>
            </a:r>
            <a:r>
              <a:rPr lang="en-US" dirty="0" err="1">
                <a:latin typeface="Cavolini"/>
                <a:cs typeface="Cavolini"/>
              </a:rPr>
              <a:t>udělaná</a:t>
            </a:r>
            <a:r>
              <a:rPr lang="en-US" dirty="0">
                <a:latin typeface="Cavolini"/>
                <a:cs typeface="Cavolini"/>
              </a:rPr>
              <a:t> </a:t>
            </a:r>
            <a:r>
              <a:rPr lang="en-US" dirty="0" err="1">
                <a:latin typeface="Cavolini"/>
                <a:cs typeface="Cavolini"/>
              </a:rPr>
              <a:t>přes</a:t>
            </a:r>
            <a:r>
              <a:rPr lang="en-US" dirty="0">
                <a:latin typeface="Cavolini"/>
                <a:cs typeface="Cavolini"/>
              </a:rPr>
              <a:t> </a:t>
            </a:r>
            <a:r>
              <a:rPr lang="en-US" dirty="0" err="1">
                <a:latin typeface="Cavolini"/>
                <a:cs typeface="Cavolini"/>
              </a:rPr>
              <a:t>umělou</a:t>
            </a:r>
            <a:r>
              <a:rPr lang="en-US" dirty="0">
                <a:latin typeface="Cavolini"/>
                <a:cs typeface="Cavolini"/>
              </a:rPr>
              <a:t> </a:t>
            </a:r>
            <a:r>
              <a:rPr lang="en-US" dirty="0" err="1">
                <a:latin typeface="Cavolini"/>
                <a:cs typeface="Cavolini"/>
              </a:rPr>
              <a:t>inteligenci</a:t>
            </a:r>
            <a:r>
              <a:rPr lang="en-US" dirty="0">
                <a:latin typeface="Cavolini"/>
                <a:cs typeface="Cavolini"/>
              </a:rPr>
              <a:t>(</a:t>
            </a:r>
            <a:r>
              <a:rPr lang="en-US" dirty="0" err="1">
                <a:latin typeface="Cavolini"/>
                <a:cs typeface="Cavolini"/>
              </a:rPr>
              <a:t>manuálně</a:t>
            </a:r>
            <a:r>
              <a:rPr lang="en-US" dirty="0">
                <a:latin typeface="Cavolini"/>
                <a:cs typeface="Cavolini"/>
              </a:rPr>
              <a:t> </a:t>
            </a:r>
            <a:r>
              <a:rPr lang="en-US" dirty="0" err="1">
                <a:latin typeface="Cavolini"/>
                <a:cs typeface="Cavolini"/>
              </a:rPr>
              <a:t>upravoval</a:t>
            </a:r>
            <a:r>
              <a:rPr lang="en-US" dirty="0">
                <a:latin typeface="Cavolini"/>
                <a:cs typeface="Cavolini"/>
              </a:rPr>
              <a:t> </a:t>
            </a:r>
            <a:r>
              <a:rPr lang="en-US" dirty="0" err="1">
                <a:latin typeface="Cavolini"/>
                <a:cs typeface="Cavolini"/>
              </a:rPr>
              <a:t>nějaké</a:t>
            </a:r>
            <a:r>
              <a:rPr lang="en-US" dirty="0">
                <a:latin typeface="Cavolini"/>
                <a:cs typeface="Cavolini"/>
              </a:rPr>
              <a:t> </a:t>
            </a:r>
            <a:r>
              <a:rPr lang="en-US" dirty="0" err="1">
                <a:latin typeface="Cavolini"/>
                <a:cs typeface="Cavolini"/>
              </a:rPr>
              <a:t>části</a:t>
            </a:r>
            <a:r>
              <a:rPr lang="en-US" dirty="0">
                <a:latin typeface="Cavolini"/>
                <a:cs typeface="Cavolini"/>
              </a:rPr>
              <a:t>)</a:t>
            </a:r>
          </a:p>
          <a:p>
            <a:r>
              <a:rPr lang="en-US" dirty="0" err="1">
                <a:latin typeface="Cavolini"/>
                <a:cs typeface="Cavolini"/>
              </a:rPr>
              <a:t>Hra</a:t>
            </a:r>
            <a:r>
              <a:rPr lang="en-US" dirty="0">
                <a:latin typeface="Cavolini"/>
                <a:cs typeface="Cavolini"/>
              </a:rPr>
              <a:t> je </a:t>
            </a:r>
            <a:r>
              <a:rPr lang="en-US" dirty="0" err="1">
                <a:latin typeface="Cavolini"/>
                <a:cs typeface="Cavolini"/>
              </a:rPr>
              <a:t>pouze</a:t>
            </a:r>
            <a:r>
              <a:rPr lang="en-US" dirty="0">
                <a:latin typeface="Cavolini"/>
                <a:cs typeface="Cavolini"/>
              </a:rPr>
              <a:t> v </a:t>
            </a:r>
            <a:r>
              <a:rPr lang="en-US" dirty="0" err="1">
                <a:latin typeface="Cavolini"/>
                <a:cs typeface="Cavolini"/>
              </a:rPr>
              <a:t>jednom</a:t>
            </a:r>
            <a:r>
              <a:rPr lang="en-US" dirty="0">
                <a:latin typeface="Cavolini"/>
                <a:cs typeface="Cavolini"/>
              </a:rPr>
              <a:t> CSS a HTML </a:t>
            </a:r>
            <a:r>
              <a:rPr lang="en-US" dirty="0" err="1">
                <a:latin typeface="Cavolini"/>
                <a:cs typeface="Cavolini"/>
              </a:rPr>
              <a:t>souboru</a:t>
            </a:r>
            <a:endParaRPr lang="en-US" dirty="0">
              <a:latin typeface="Cavolini"/>
              <a:cs typeface="Cavolini"/>
            </a:endParaRPr>
          </a:p>
          <a:p>
            <a:r>
              <a:rPr lang="en-US" dirty="0" err="1">
                <a:latin typeface="Cavolini"/>
                <a:cs typeface="Cavolini"/>
              </a:rPr>
              <a:t>Velkou</a:t>
            </a:r>
            <a:r>
              <a:rPr lang="en-US" dirty="0">
                <a:latin typeface="Cavolini"/>
                <a:cs typeface="Cavolini"/>
              </a:rPr>
              <a:t> </a:t>
            </a:r>
            <a:r>
              <a:rPr lang="en-US" dirty="0" err="1">
                <a:latin typeface="Cavolini"/>
                <a:cs typeface="Cavolini"/>
              </a:rPr>
              <a:t>část</a:t>
            </a:r>
            <a:r>
              <a:rPr lang="en-US" dirty="0">
                <a:latin typeface="Cavolini"/>
                <a:cs typeface="Cavolini"/>
              </a:rPr>
              <a:t> </a:t>
            </a:r>
            <a:r>
              <a:rPr lang="en-US" dirty="0" err="1">
                <a:latin typeface="Cavolini"/>
                <a:cs typeface="Cavolini"/>
              </a:rPr>
              <a:t>času</a:t>
            </a:r>
            <a:r>
              <a:rPr lang="en-US" dirty="0">
                <a:latin typeface="Cavolini"/>
                <a:cs typeface="Cavolini"/>
              </a:rPr>
              <a:t> </a:t>
            </a:r>
            <a:r>
              <a:rPr lang="en-US" dirty="0" err="1">
                <a:latin typeface="Cavolini"/>
                <a:cs typeface="Cavolini"/>
              </a:rPr>
              <a:t>ve</a:t>
            </a:r>
            <a:r>
              <a:rPr lang="en-US" dirty="0">
                <a:latin typeface="Cavolini"/>
                <a:cs typeface="Cavolini"/>
              </a:rPr>
              <a:t> </a:t>
            </a:r>
            <a:r>
              <a:rPr lang="en-US" dirty="0" err="1">
                <a:latin typeface="Cavolini"/>
                <a:cs typeface="Cavolini"/>
              </a:rPr>
              <a:t>škole</a:t>
            </a:r>
            <a:r>
              <a:rPr lang="en-US" dirty="0">
                <a:latin typeface="Cavolini"/>
                <a:cs typeface="Cavolini"/>
              </a:rPr>
              <a:t> </a:t>
            </a:r>
            <a:r>
              <a:rPr lang="en-US" dirty="0" err="1">
                <a:latin typeface="Cavolini"/>
                <a:cs typeface="Cavolini"/>
              </a:rPr>
              <a:t>zabral</a:t>
            </a:r>
            <a:r>
              <a:rPr lang="en-US" dirty="0">
                <a:latin typeface="Cavolini"/>
                <a:cs typeface="Cavolini"/>
              </a:rPr>
              <a:t> trouble shooting</a:t>
            </a:r>
          </a:p>
        </p:txBody>
      </p:sp>
    </p:spTree>
    <p:extLst>
      <p:ext uri="{BB962C8B-B14F-4D97-AF65-F5344CB8AC3E}">
        <p14:creationId xmlns:p14="http://schemas.microsoft.com/office/powerpoint/2010/main" val="364426776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celář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Motiv systému Office</vt:lpstr>
      <vt:lpstr>Dragon Tower Escape</vt:lpstr>
      <vt:lpstr>Jak Hra Funguje</vt:lpstr>
      <vt:lpstr>Struktura a Vzhled</vt:lpstr>
      <vt:lpstr>Co Bych Dělal se víc časem</vt:lpstr>
      <vt:lpstr>Nějaké Informace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99</cp:revision>
  <dcterms:created xsi:type="dcterms:W3CDTF">2026-06-14T22:31:05Z</dcterms:created>
  <dcterms:modified xsi:type="dcterms:W3CDTF">2026-06-14T23:42:15Z</dcterms:modified>
</cp:coreProperties>
</file>